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0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VNR VJIET · CENTRE FOR PRESENCING &amp; DESIGN THINKING (CPDT)</a:t>
            </a:r>
          </a:p>
          <a:p>
            <a:pPr>
              <a:spcBef>
                <a:spcPts val="1600"/>
              </a:spcBef>
              <a:defRPr sz="5000" b="1">
                <a:solidFill>
                  <a:srgbClr val="FFFFFF"/>
                </a:solidFill>
              </a:defRPr>
            </a:pPr>
            <a:r>
              <a:t>Find My Professor</a:t>
            </a:r>
          </a:p>
          <a:p>
            <a:pPr>
              <a:spcBef>
                <a:spcPts val="800"/>
              </a:spcBef>
              <a:defRPr sz="2000">
                <a:solidFill>
                  <a:srgbClr val="E2E8F0"/>
                </a:solidFill>
              </a:defRPr>
            </a:pPr>
            <a:r>
              <a:t>Dynamic QR Office Placards &amp; Real-Time Consultation Scheduling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6400800" cy="1828800"/>
          </a:xfrm>
          <a:prstGeom prst="roundRect">
            <a:avLst/>
          </a:prstGeom>
          <a:solidFill>
            <a:srgbClr val="281446"/>
          </a:solidFill>
          <a:ln w="19050">
            <a:solidFill>
              <a:srgbClr val="5A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6035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STUDENT ENGINEERING TEAM (CSE &amp; AI)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Sai Koushik Pallapolu</a:t>
            </a:r>
            <a:br/>
            <a:r>
              <a:t>• Team Member 2</a:t>
            </a:r>
            <a:br/>
            <a:r>
              <a:t>• Team Member 3</a:t>
            </a:r>
            <a:br/>
            <a:r>
              <a:t>• Team Member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4114800"/>
            <a:ext cx="3657600" cy="1828800"/>
          </a:xfrm>
          <a:prstGeom prst="roundRect">
            <a:avLst/>
          </a:prstGeom>
          <a:solidFill>
            <a:srgbClr val="281446"/>
          </a:solidFill>
          <a:ln w="19050">
            <a:solidFill>
              <a:srgbClr val="5A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42976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UNDER THE GUIDANCE OF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Mrs. Prasanna Pabba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Assistant Professor, Dept. of CSE</a:t>
            </a:r>
            <a:br/>
            <a:r>
              <a:t>VNR VJIET ·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00 · TEAM INTRODUCTION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The Team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Centre for Presencing and Design Thinking (CPDT) · VNR VJIET</a:t>
            </a:r>
          </a:p>
        </p:txBody>
      </p:sp>
      <p:pic>
        <p:nvPicPr>
          <p:cNvPr id="3" name="Picture 2" descr="team_cp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389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STUDENT INNOVATION SQUAD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Sai Koushik Pallapolu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Lead Full-Stack Architecture · Real-time SSE Engine &amp; Responsive UI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Team Member 2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User Research Lead · Corridor Empathy Interviews &amp; Student Journey Mapping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Team Member 3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Backend &amp; Database Architect · PostgreSQL Schema, Prisma ORM &amp; Conflict Engine</a:t>
            </a:r>
          </a:p>
          <a:p>
            <a:pPr>
              <a:spcBef>
                <a:spcPts val="800"/>
              </a:spcBef>
              <a:defRPr b="1" sz="1300">
                <a:solidFill>
                  <a:srgbClr val="0F172A"/>
                </a:solidFill>
              </a:defRPr>
            </a:pPr>
            <a:r>
              <a:t>• Team Member 4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UI/UX &amp; Deployment Lead · Placard Generator, Mobile PWA &amp; Cloud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OVERVIEW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Agenda &amp; Presentation Flow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Structured through the complete 5-stage Design Thinking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01 · Problem Statement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Campus corridor transit friction &amp; zero cabin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02 · Research Approach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Empathy interviews, corridor observations &amp; user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03 · Defining Insights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Categorized user needs: Primary, Secondary, Latent.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04 · POV Statement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Actionable Point of View for faculty &amp;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88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05 · Ideation Method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Brainstorming &amp; SCAMPER innovation methodology.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788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06 · The Solution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Live QR placards, 1-tap workspace &amp; notify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07 · Our Innovation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Desirability, technical feasibility, and viability.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023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08 · Design for Environment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Sustainable campus infrastructure aligned with UN SDGs.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931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023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09 · Mentor Interactions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Actionable guidance from Mrs. Prasanna Pabba.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10 · Team Experiences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Course Outcomes (CO-1 to CO-4) &amp; learnings.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507492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11 · Conclusion &amp; Scope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Scalable roadmap for campus-wide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01 · EMPATHIZE &amp; DISCOVER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Problem Statement: The Campus Transit Dilemma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Physical availability blindness in multi-acre university institutions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1D95"/>
                </a:solidFill>
              </a:defRPr>
            </a:pPr>
            <a:r>
              <a:t>THE SCALE OF THE PROBLEM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</a:defRPr>
            </a:pPr>
            <a:r>
              <a:t>Across VNR VJIET (Academic Blocks 1, 2, 3 and B-Block), faculty balance lectures, laboratory evaluations, department meetings, and research.</a:t>
            </a:r>
            <a:br/>
            <a:br/>
            <a:r>
              <a:t>Students seeking quick doubt clarification or signatures routinely climb 2 to 4 flights of stairs only to find locked cabins or empty desks.</a:t>
            </a:r>
            <a:br/>
            <a:br/>
            <a:r>
              <a:t>Because physical presence at desks is completely invisible until arrival, over 40% of student cabin visits end in wasted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THE DUAL BURDEN ON FACULTY &amp; STUDENTS</a:t>
            </a:r>
          </a:p>
          <a:p>
            <a:pPr>
              <a:spcBef>
                <a:spcPts val="800"/>
              </a:spcBef>
              <a:defRPr sz="1400">
                <a:solidFill>
                  <a:srgbClr val="78350F"/>
                </a:solidFill>
              </a:defRPr>
            </a:pPr>
            <a:r>
              <a:t>• Disruptive Knocking: Faculty working on research or exam grading are constantly interrupted by students checking if they are free.</a:t>
            </a:r>
            <a:br/>
            <a:br/>
            <a:r>
              <a:t>• Hallway Crowding: Students linger outside cabins in corridor bottlenecks trying to peer through glass doors.</a:t>
            </a:r>
            <a:br/>
            <a:br/>
            <a:r>
              <a:t>• Inflexible Timetables: Paper timetables pasted on doors become outdated after Day 1 due to inevitable impromptu campus meetings.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01 · DEFINE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Problem Statement: Key Problems &amp; How Might We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Formulating the human-centered engineering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C1D95"/>
                </a:solidFill>
              </a:defRPr>
            </a:pPr>
            <a:r>
              <a:t>Zero Desk Visibility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Physical presence at office desk is unknown until a student climbs floors and knocks.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C1D95"/>
                </a:solidFill>
              </a:defRPr>
            </a:pPr>
            <a:r>
              <a:t>Wasted Time &amp; Energy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Students waste 15-25 minutes between classes; frustration and crowded hallways.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C1D95"/>
                </a:solidFill>
              </a:defRPr>
            </a:pPr>
            <a:r>
              <a:t>Scheduling Friction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Ad-hoc knocking disrupts faculty grading; booking appointments via email is slow.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8288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C1D95"/>
                </a:solidFill>
              </a:defRPr>
            </a:pPr>
            <a:r>
              <a:t>No Passive Feedback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When a professor steps away for 10 minutes, students have no way to get alerted upon 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BBF24"/>
                </a:solidFill>
              </a:defRPr>
            </a:pPr>
            <a:r>
              <a:t>DESIGN CHALLENGE — HOW MIGHT WE...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"How might we provide students with instant, real-time awareness of faculty availability and streamline consultation bookings right at the office door, without burdening busy professors with complex administrative overhead?"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02 · EMPATHIZE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Research Approach &amp; Empathy Map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Field interviews across CSE &amp; IT corridors (Cabins 127, 201, 031)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🗣️ SAYS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Student: 'I climbed to 2nd floor B-Block three times today, but sir was in evaluation.'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Professor: 'I step away for 10 minutes to submit a report, and return to find students left.'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C1D95"/>
                </a:solidFill>
              </a:defRPr>
            </a:pPr>
            <a:r>
              <a:t>🧠 THINKS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'Is ma'am actually absent today or just in a quick 5-minute meeting?'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'If I knock now, am I disturbing an important project review?'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'I wish there was a live status screen right beside their nameplate.'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D97706"/>
                </a:solidFill>
              </a:defRPr>
            </a:pPr>
            <a:r>
              <a:t>🚶 DOES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Walks back and forth repeatedly between campus buildings during class breaks.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Hovers awkwardly outside faculty room glass doors trying to peer inside.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Sends repetitive WhatsApp messages asking 'Sir are you in cabin?'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C4899"/>
                </a:solidFill>
              </a:defRPr>
            </a:pPr>
            <a:r>
              <a:t>❤️ FEELS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Frustrated: Wasting valuable free study periods searching for teachers.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Hesitant: Anxious about knocking on the wrong cabin door during busy hours.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Overwhelmed: Faculty feeling interrupted when focusing on paper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03 · DEFINE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Defining Insights: User Needs Matrix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Transforming user empathy into prioritized engineering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38912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NEED TYPE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IDENTIFIED CAMPUS NEED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FIND MY PROFESSOR RESPONSE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Instant Live Desk Availability: Verify if professor is in cabin before walking across blocks.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Dynamic QR Door Placard &amp; Web Portal: Camera scan reveals live color-coded status.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Expected Return Estimates: Knowing when stepped-away faculty will return.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Countdown Return Target: Faculty sets +15m, +30m with optional note ('In Lab 3').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Organized Consultations: Booking 15-30 min doubt slots without double-booking.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1-Click Consultation Request: Automated calendar conflict check preventing overlap.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Glanceable Office Hours: Routine availability without paper printouts that fade.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Digital Weekly Office Hours: Formatted schedule with next upcoming availability.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LATENT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Passive Real-Time Awareness: Relieving students from constantly refreshing screens.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Notify When Available: Instant push notification / toast alert sent on faculty return.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04 · DEFINE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Point of View (POV) Statement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Framing the core design challenge through User, Need, and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4C1D95"/>
                </a:solidFill>
              </a:defRPr>
            </a:pPr>
            <a:r>
              <a:t>USER PROFILE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The Academic Community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Undergraduate students seeking guidance and faculty members balancing lectures, research, and consultations across large campus blocks.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D97706"/>
                </a:solidFill>
              </a:defRPr>
            </a:pPr>
            <a:r>
              <a:t>SPECIFIC NEED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Zero-Friction Truth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Immediate visibility into real-time physical desk availability and a direct, respectful way to schedule micro-consultations right at the cabin door.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DEEP INSIGHT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Physical-Digital Gap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Physical door signs are completely disconnected from live schedules, while existing ERP apps are too slow and cumbersome for quick 2-minute status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ACTIONABLE POV STATEMENT</a:t>
            </a:r>
          </a:p>
          <a:p>
            <a:pPr>
              <a:spcBef>
                <a:spcPts val="800"/>
              </a:spcBef>
              <a:defRPr sz="1700" b="1">
                <a:solidFill>
                  <a:srgbClr val="FFFFFF"/>
                </a:solidFill>
              </a:defRPr>
            </a:pPr>
            <a:r>
              <a:t>"College students seeking academic guidance need a glanceable, instant way to verify faculty availability and request consultations at the door because physical absence is currently invisible until arrived, causing wasted transit time and disruptive interruptions for busy professors."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05 · IDEATE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Ideation Method: Brainstorming &amp; SCAMPER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Systematically exploring alternatives and landing on the optimal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C1D95"/>
                </a:solidFill>
              </a:defRPr>
            </a:pPr>
            <a:r>
              <a:t>BRAINSTORMING EVALUATION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❌ Biometric door sensors: Expensive hardware &amp; privacy concerns.  |  ❌ Timetable auto-tracking: Impromptu meetings make it inaccurate.</a:t>
            </a:r>
            <a:br/>
            <a:r>
              <a:t>❌ NFC tags on doors: Incompatible with many phones.  |  ✅ Persistent QR Door Placards + Real-Time Web: Universal, zero-cost, sub-second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S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Substitute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Static door timetables replaced by dynamic QR placards.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9152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C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Combine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Physical door scanning combined with instant push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A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Adapt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Airport departure board paradigm adapted for campus cabins.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6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6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M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Modify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Scheduling modified into quick conflict-checked 30-min slots.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76288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P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Put to Use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Placards double as emergency notices and office hour guides.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E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Eliminate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Eliminated wasted multi-floor campus trips and disruptive knocking.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3566160"/>
            <a:ext cx="144475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0112" y="365760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4C1D95"/>
                </a:solidFill>
              </a:defRPr>
            </a:pPr>
            <a:r>
              <a:t>R</a:t>
            </a:r>
          </a:p>
          <a:p>
            <a:pPr>
              <a:spcBef>
                <a:spcPts val="200"/>
              </a:spcBef>
              <a:defRPr b="1" sz="1100">
                <a:solidFill>
                  <a:srgbClr val="0F172A"/>
                </a:solidFill>
              </a:defRPr>
            </a:pPr>
            <a:r>
              <a:t>Rearrange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Inverted booking: students scan &amp; request; faculty accepts in 1 tap.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06 · SOLUTION OVERVIEW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The Solution: Find My Professor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 unified, real-time campus availability &amp; scheduling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CORE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Find My Professor bridges the physical-digital divide across university academic blocks.</a:t>
            </a:r>
            <a:br/>
            <a:br/>
            <a:r>
              <a:t>• Zero App Installation: Works natively in Safari/Chrome via standard smartphone camera.</a:t>
            </a:r>
            <a:br/>
            <a:br/>
            <a:r>
              <a:t>• Sub-Second Real-Time Sync: Changes made by professors push to all student phones instantly via Server-Sent Events (SSE).</a:t>
            </a:r>
            <a:br/>
            <a:br/>
            <a:r>
              <a:t>• Autonomy &amp; Privacy: Faculty self-report availability in 1 tap without intrusive location surveillance.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55648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F172A"/>
                </a:solidFill>
              </a:defRPr>
            </a:pPr>
            <a:r>
              <a:t>1. Permanent QR Placards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High-resolution QR placards outside cabin doors. Never need reprinting when schedules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61488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871216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F172A"/>
                </a:solidFill>
              </a:defRPr>
            </a:pPr>
            <a:r>
              <a:t>2. 1-Tap Faculty Workspace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Professors toggle status (Available, In Class, In Meeting, Away) with return time in 3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77056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986784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F172A"/>
                </a:solidFill>
              </a:defRPr>
            </a:pPr>
            <a:r>
              <a:t>3. 'Notify When Available' Alerts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Students favorite teachers and receive instant live notifications the moment they return to office.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992624"/>
            <a:ext cx="53035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02352"/>
            <a:ext cx="49377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50">
                <a:solidFill>
                  <a:srgbClr val="0F172A"/>
                </a:solidFill>
              </a:defRPr>
            </a:pPr>
            <a:r>
              <a:t>4. Conflict-Checked Micro-Consultations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Students book 30-minute consultation slots; professors accept or decline with 1 click.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06 · PROTOTYPE PHASE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Prototype &amp; End-to-End Workflow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Live interactive product demonstration and user touchpoints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C1D95"/>
                </a:solidFill>
              </a:defRPr>
            </a:pPr>
            <a:r>
              <a:t>01 · Scan Door Placard / Directory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Student scans cabin door sticker (Room 127) or browses the campus directory.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42032"/>
            <a:ext cx="5486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3347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C1D95"/>
                </a:solidFill>
              </a:defRPr>
            </a:pPr>
            <a:r>
              <a:t>02 · View Real-Time Availability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Placard displays live color badges, return countdown, and weekly office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38144"/>
            <a:ext cx="5486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29584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C1D95"/>
                </a:solidFill>
              </a:defRPr>
            </a:pPr>
            <a:r>
              <a:t>03 · Tap 'Notify When Available'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If teacher is away, student enables the bell toggle to subscribe to live arrival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34256"/>
            <a:ext cx="5486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25696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C1D95"/>
                </a:solidFill>
              </a:defRPr>
            </a:pPr>
            <a:r>
              <a:t>04 · Request Consultation Slot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Student selects time window and reason; system verifies no overlapping meetings exist.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30368"/>
            <a:ext cx="5486400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21808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4C1D95"/>
                </a:solidFill>
              </a:defRPr>
            </a:pPr>
            <a:r>
              <a:t>05 · Instant SSE Synchronization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Professor workspace receives instant alert; changes propagate in sub-second latency.</a:t>
            </a:r>
          </a:p>
        </p:txBody>
      </p:sp>
      <p:pic>
        <p:nvPicPr>
          <p:cNvPr id="13" name="Picture 12" descr="product_mobile_pla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2011680" cy="4389120"/>
          </a:xfrm>
          <a:prstGeom prst="rect">
            <a:avLst/>
          </a:prstGeom>
        </p:spPr>
      </p:pic>
      <p:pic>
        <p:nvPicPr>
          <p:cNvPr id="14" name="Picture 13" descr="product_work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45920"/>
            <a:ext cx="2743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07 · TECHNICAL IMPLEMENTATION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Technical Feasibility &amp; System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Engineered for lightweight high-throughput campus execution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CORE TECHNOLOGY STACK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• Frontend SPA: React 19, TypeScript, Tailwind CSS v4, Lucide Icons</a:t>
            </a:r>
            <a:br/>
            <a:br/>
            <a:r>
              <a:t>• Backend API: Node.js, Express, TypeScript, Server-Sent Events (SSE)</a:t>
            </a:r>
            <a:br/>
            <a:br/>
            <a:r>
              <a:t>• Database &amp; ORM: PostgreSQL with Prisma ORM, automated migrations</a:t>
            </a:r>
            <a:br/>
            <a:br/>
            <a:r>
              <a:t>• QR Engine: HTML5-QRCode scanner, dynamic canvas placard rendering</a:t>
            </a:r>
            <a:br/>
            <a:br/>
            <a:r>
              <a:t>• Cloud Hosting: Render Managed Web Service &amp; Managed PostgreSQL with HTTPS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REACTIVE REAL-TIME ARCHITECTURE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Stateless SSE stream (/api/v1/events) maintains open connection with mobile clients. When status updates occur, an event fires, prompting active clients to refetch data with zero battery-draining polling.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97706"/>
                </a:solidFill>
              </a:defRPr>
            </a:pPr>
            <a:r>
              <a:t>MOBILE RESILIENCE &amp; MITIGATIONS</a:t>
            </a:r>
          </a:p>
          <a:p>
            <a:pPr>
              <a:spcBef>
                <a:spcPts val="600"/>
              </a:spcBef>
              <a:defRPr sz="1250">
                <a:solidFill>
                  <a:srgbClr val="78350F"/>
                </a:solidFill>
              </a:defRPr>
            </a:pPr>
            <a:r>
              <a:t>• Screen Sleep Reconnect: visibilitychange listener immediately reconnects and refetches the moment a student wakes their phone.</a:t>
            </a:r>
            <a:br/>
            <a:r>
              <a:t>• Staleness Guard: Configurable TTL flags self-reported status as 'Stale' if unconfirmed, preventing outdated information.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07 · INNOVATION ANALYSIS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Innovation: Desirability, Feasibility &amp; Viability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Assessing practical sustainability and campus-wide institutional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DESIRABILITY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Human Adoption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Students already carry smartphones and instinctively scan QR codes daily. For faculty, a 1-tap mobile toggle respects their autonomy and takes less than 3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4C1D95"/>
                </a:solidFill>
              </a:defRPr>
            </a:pPr>
            <a:r>
              <a:t>FEASIBILITY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Engineering Viability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Built entirely on modern, robust web standards (React 19, TypeScript, PostgreSQL, SSE). Zero hardware dependencies: uses durable laminated QR placards.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VIABILITY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Institutional Value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Can scale across all 15+ engineering departments of VNR VJIET at near-zero incremental cost. Can be hosted on internal college servers or lightweight cloud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INNOVATION STATEMENT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"Where Is My Professor transforms passive campus doors into interactive, real-time communication portals, bridging the physical-digital divide in higher education through zero-cost QR infrastructure and instantaneous live event streams."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08 · SUSTAINABILITY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Design for Environment and SDGs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Contributing to institutional sustainability and UN Sustainable Development Goals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C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SDG 04</a:t>
            </a:r>
          </a:p>
          <a:p>
            <a:pPr>
              <a:spcBef>
                <a:spcPts val="400"/>
              </a:spcBef>
              <a:defRPr b="1" sz="1500">
                <a:solidFill>
                  <a:srgbClr val="FFFFFF"/>
                </a:solidFill>
              </a:defRPr>
            </a:pPr>
            <a:r>
              <a:t>QUALITY EDUCATION</a:t>
            </a:r>
          </a:p>
          <a:p>
            <a:pPr>
              <a:spcBef>
                <a:spcPts val="1200"/>
              </a:spcBef>
              <a:defRPr sz="1200">
                <a:solidFill>
                  <a:srgbClr val="FEF3C7"/>
                </a:solidFill>
              </a:defRPr>
            </a:pPr>
            <a:r>
              <a:t>Maximizes high-value academic interaction. Removes transit friction and missed consultations, enabling focused final-year project guidance, lab mentorship, and academic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36E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SDG 09</a:t>
            </a:r>
          </a:p>
          <a:p>
            <a:pPr>
              <a:spcBef>
                <a:spcPts val="400"/>
              </a:spcBef>
              <a:defRPr b="1" sz="1500">
                <a:solidFill>
                  <a:srgbClr val="FFFFFF"/>
                </a:solidFill>
              </a:defRPr>
            </a:pPr>
            <a:r>
              <a:t>INDUSTRY &amp; INNOVATION</a:t>
            </a:r>
          </a:p>
          <a:p>
            <a:pPr>
              <a:spcBef>
                <a:spcPts val="1200"/>
              </a:spcBef>
              <a:defRPr sz="1200">
                <a:solidFill>
                  <a:srgbClr val="FEF3C7"/>
                </a:solidFill>
              </a:defRPr>
            </a:pPr>
            <a:r>
              <a:t>Modernizes legacy university infrastructure into a smart, digital campus ecosystem using lightweight web technologies and cloud databases rather than expensive proprietary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99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SDG 11</a:t>
            </a:r>
          </a:p>
          <a:p>
            <a:pPr>
              <a:spcBef>
                <a:spcPts val="400"/>
              </a:spcBef>
              <a:defRPr b="1" sz="1500">
                <a:solidFill>
                  <a:srgbClr val="FFFFFF"/>
                </a:solidFill>
              </a:defRPr>
            </a:pPr>
            <a:r>
              <a:t>SUSTAINABLE CITIES</a:t>
            </a:r>
          </a:p>
          <a:p>
            <a:pPr>
              <a:spcBef>
                <a:spcPts val="1200"/>
              </a:spcBef>
              <a:defRPr sz="1200">
                <a:solidFill>
                  <a:srgbClr val="FEF3C7"/>
                </a:solidFill>
              </a:defRPr>
            </a:pPr>
            <a:r>
              <a:t>Reduces wasted inter-building foot transit and elevator electricity consumption across multi-story blocks. Completely eliminates recurring paper reprinting for notices and door schedules.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09 · FEEDBACK &amp; ITERATION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Mentor Interactions &amp; Refinements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Guidance and evolutionary feedback from Mrs. Prasanna Pabba (Assistant Professor, CSE)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3291840"/>
                <a:gridCol w="3383280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MENTOR'S GUIDANCE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F172A"/>
                          </a:solidFill>
                        </a:defRPr>
                      </a:pPr>
                      <a:r>
                        <a:t>ACTION TAKEN BY TEAM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Iteration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Problem Scope &amp;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'Avoid intrusive surveillance. Faculty will reject mandatory automated tracking.'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Pivoted strictly to an autonomous 1-tap self-reported workspace with automatic TTL expiration.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Iteration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Physical Door Placard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'Students scanning the door still need general weekly schedules when teachers are away.'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Integrated weekly recurring office-hour slots directly into placard with automated day highlighting.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C1D95"/>
                          </a:solidFill>
                        </a:defRPr>
                      </a:pPr>
                      <a:r>
                        <a:t>Iteration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Passive Real-Time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'Students waiting outside shouldn't have to keep refreshing their phones.'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Engineered 'Notify When Available' subscriber bell and real-time floating notification toasts.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10 · REFLECTION &amp; OUTCOMES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Team Experiences and Learnings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Course Outcomes (COs) and collaborative Design Thinking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COURSE OUTCOMES ACHIEVED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CO-1 · Engineering Problem Definition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Applied 5-stage Design Thinking to solve campus physical availability blindness.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CO-2 · Human-Centered Sustainability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Connected human empathy with UN SDGs (SDG 4, 9, 11), saving transit energy and paper.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CO-3 · Rapid Interactive Prototyping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Designed, coded, and iterated a production full-stack web app with mobile camera QR scanning.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• CO-4 · Real-World Engineering Deployment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Deployed to cloud with managed PostgreSQL, automated migrations, and seed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645920"/>
            <a:ext cx="4480560" cy="4389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92024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CORE TEAM REFLECTION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"The greatest lesson from the CPDT Design Thinking curriculum was that engineering solutions succeed not because of algorithm complexity, but because of how deeply they respect human habits.</a:t>
            </a:r>
            <a:br/>
            <a:br/>
            <a:r>
              <a:t>By eliminating the barrier of installing apps and keeping faculty updates to 1 tap, we turned a perennial campus frustration into a joyful, effortless interaction."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1D95"/>
                </a:solidFill>
              </a:defRPr>
            </a:pPr>
            <a:r>
              <a:t>11 · OUTLOOK</a:t>
            </a:r>
          </a:p>
          <a:p>
            <a:pPr>
              <a:spcBef>
                <a:spcPts val="300"/>
              </a:spcBef>
              <a:defRPr sz="2600" b="1">
                <a:solidFill>
                  <a:srgbClr val="0F172A"/>
                </a:solidFill>
              </a:defRPr>
            </a:pPr>
            <a:r>
              <a:t>Conclusion &amp; Future Scope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Scalable roadmap for institution-wide deployment across VNR VJIET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BBF24"/>
                </a:solidFill>
              </a:defRPr>
            </a:pPr>
            <a:r>
              <a:t>PROJECT CONCLUSION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Find My Professor demonstrates how lightweight, modern web software can transform everyday physical architecture into dynamic, connected systems.</a:t>
            </a:r>
            <a:br/>
            <a:br/>
            <a:r>
              <a:t>The system is fully functional, verified with automated end-to-end tests, supports 23 faculty accounts across 5 engineering branches, and is ready for departmental corridor rollout.</a:t>
            </a:r>
            <a:br/>
            <a:br/>
            <a:r>
              <a:t>'We don't replace personal faculty-student mentorship; we remove the friction that stands in its way.'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C1D95"/>
                </a:solidFill>
              </a:defRPr>
            </a:pPr>
            <a:r>
              <a:t>FUTURE EXPANSION ROADMAP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Indoor Campus Navigation: Interactive maps guiding students from main gate to Room 127/201.</a:t>
            </a:r>
            <a:br/>
            <a:br/>
            <a:r>
              <a:t>• Low-Power E-Ink Cabin Displays: Battery-powered electronic door placards that sync status over Bluetooth/Wi-Fi automatically.</a:t>
            </a:r>
            <a:br/>
            <a:br/>
            <a:r>
              <a:t>• WhatsApp / Telegram Notification Bot: Direct push alerts to students' messaging apps when favorited faculty returns.</a:t>
            </a:r>
            <a:br/>
            <a:br/>
            <a:r>
              <a:t>• Official ERP (Automation4U) Integration: Auto-populating verified class schedules and exam duties.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0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VNR VJIET · CPDT 2026</a:t>
            </a:r>
          </a:p>
          <a:p>
            <a:pPr algn="ctr">
              <a:spcBef>
                <a:spcPts val="1600"/>
              </a:spcBef>
              <a:defRPr sz="6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>
                <a:solidFill>
                  <a:srgbClr val="E2E8F0"/>
                </a:solidFill>
              </a:defRPr>
            </a:pPr>
            <a:r>
              <a:t>Open for Questions, Live Demonstration &amp;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4389120"/>
            <a:ext cx="5577840" cy="1463040"/>
          </a:xfrm>
          <a:prstGeom prst="roundRect">
            <a:avLst/>
          </a:prstGeom>
          <a:solidFill>
            <a:srgbClr val="281446"/>
          </a:solidFill>
          <a:ln w="19050">
            <a:solidFill>
              <a:srgbClr val="5A3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448056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PROJECT MENTOR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Mrs. Prasanna Pabba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Assistant Professor, Dept. of CSE · VNR VJIET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